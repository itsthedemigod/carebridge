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model output</c:v>
                </c:pt>
              </c:strCache>
            </c:strRef>
          </c:tx>
          <c:spPr>
            <a:solidFill>
              <a:srgbClr val="8A979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Medicine F1</c:v>
                  </c:pt>
                  <c:pt idx="1">
                    <c:v>Fully correct entries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0.984</c:v>
                </c:pt>
                <c:pt idx="1">
                  <c:v>0.262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rules</c:v>
                </c:pt>
              </c:strCache>
            </c:strRef>
          </c:tx>
          <c:spPr>
            <a:solidFill>
              <a:srgbClr val="1E7F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Medicine F1</c:v>
                  </c:pt>
                  <c:pt idx="1">
                    <c:v>Fully correct entries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0.999</c:v>
                </c:pt>
                <c:pt idx="1">
                  <c:v>0.888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3EB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</c:v>
                </c:pt>
              </c:strCache>
            </c:strRef>
          </c:tx>
          <c:spPr>
            <a:solidFill>
              <a:srgbClr val="1E7F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English</c:v>
                  </c:pt>
                  <c:pt idx="1">
                    <c:v>Hindi</c:v>
                  </c:pt>
                  <c:pt idx="2">
                    <c:v>Tamil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0.937</c:v>
                </c:pt>
                <c:pt idx="1">
                  <c:v>0.667</c:v>
                </c:pt>
                <c:pt idx="2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Fell back to English</c:v>
                </c:pt>
              </c:strCache>
            </c:strRef>
          </c:tx>
          <c:spPr>
            <a:solidFill>
              <a:srgbClr val="D953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English</c:v>
                  </c:pt>
                  <c:pt idx="1">
                    <c:v>Hindi</c:v>
                  </c:pt>
                  <c:pt idx="2">
                    <c:v>Tamil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0.004</c:v>
                </c:pt>
                <c:pt idx="1">
                  <c:v>0.275</c:v>
                </c:pt>
                <c:pt idx="2">
                  <c:v>0.761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3EB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sentence: CareBridge reads a photo of a discharge summary or prescription, explains the medicines in English, Tamil or Hindi, checks interactions and builds a schedule, and it says when it could not check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Forster 2003 and the WHO Medication Without Harm challenge show harm continues after discharge. The sample on the right is illustrative shorthand, not a real patient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aim to one sentence. SDG 3 is the primary link; SDG 10 is language access; SDG 9 is local open-model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step 3: the system holds back anything uncertain until the user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features. The two to emphasise: row-level review and the "not checked"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cloud API: the model runs through Ollama on the same machine. A cloud quota ran out early in the project, which led to this local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statuses, one rule: no branch ends in safe. The coverage numbers explain why most pairs end as not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flow needs the laptop. The public site is a static, pre-recorded sample, which is also the backup if the live demo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Documents are synthetic so the ground truth is known. The test split was never opened during harness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over 5 conditions, 795 medicine mentions. The raw model finds nearly all medicines, but fills empty fields from other text. The rule layer fixes most of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2 wrong schedules: a misreading that agrees with its own quote cannot be caught by rules. About half the medicines need a tap from the user, which is the price of not trusting the model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Tamil falling back to English is safe (nothing unverified is shown) but means the Tamil experience is mostly English. This is a measured finding, and the clear next step is native-speaker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categories, three each: major, moderate and supplement pairs, duplicates, garbled names, weekly medicines, unusual strengths, eye drops with OD, an eight-medicine list, and controls. Run on Ollama 0.40.11, a recorded deviation from the pinned 0.40.5.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one rule: when unsure, say so, and never say safe. Mention that the pre-recorded site is available if anyone wants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 |  25AI2004 AI in Healthcare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02920"/>
            <a:ext cx="3108960" cy="3108960"/>
          </a:xfrm>
          <a:prstGeom prst="ellipse">
            <a:avLst/>
          </a:prstGeom>
          <a:solidFill>
            <a:srgbClr val="1E7F86">
              <a:alpha val="45000"/>
            </a:srgbClr>
          </a:solidFill>
          <a:ln w="12700">
            <a:solidFill>
              <a:srgbClr val="1E7F8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2011680" cy="2011680"/>
          </a:xfrm>
          <a:prstGeom prst="ellipse">
            <a:avLst/>
          </a:prstGeom>
          <a:solidFill>
            <a:srgbClr val="D9532E">
              <a:alpha val="40000"/>
            </a:srgbClr>
          </a:solidFill>
          <a:ln w="12700">
            <a:solidFill>
              <a:srgbClr val="D9532E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344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PROJECT  |  25AI2004 ARTIFICIAL INTELLIGENCE IN HEALTHCARE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CareBridge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multilingual post-discharge medicine companion that is honest about what it could not check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Demian  (URK23CS7011)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ML, Karunya Institute of Technology and Sciences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R. Hemalatha, Assistant Professor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discharge papers are hard to follow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658368" cy="65836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49705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shorthand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OD, BD, PC, SOS and brand/generic names on one page.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13432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496312"/>
            <a:ext cx="658368" cy="65836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266748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816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and carers read Tamil or Hindi more comfortably.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483864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666744"/>
            <a:ext cx="658368" cy="658368"/>
          </a:xfrm>
          <a:prstGeom prst="ellipse">
            <a:avLst/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3837920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continues at home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after discharge are common, many linked to medicines.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577840" y="114300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7607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PATIENT SEES (ILLUSTRATIVE)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16459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Tab. Metformin 500 mg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BD PC x 30 days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Inh. Ventolin 2 puff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Cap. Amoxyclav 625 mg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BD PC x 5 days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760720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up a name or a dose and the harm happens at home, not in hospital.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Aim, objectives and SDG link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photographed medicine list, explain it in plain language (EN / TA / HI), check pairs, build a schedule, and never claim more certainty than it has.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medicines with a local vision-language model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row-level review before anything is trusted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multilingual explanations with English fallback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check that says "not checked", never "safe"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 a frozen protocol; report failures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063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252728"/>
            <a:ext cx="868680" cy="722376"/>
          </a:xfrm>
          <a:prstGeom prst="roundRect">
            <a:avLst>
              <a:gd name="adj" fmla="val 7595"/>
            </a:avLst>
          </a:prstGeom>
          <a:solidFill>
            <a:srgbClr val="3E7D4F"/>
          </a:solidFill>
          <a:ln w="12700">
            <a:solidFill>
              <a:srgbClr val="3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252728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252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and well-being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avoidable medicine errors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258568"/>
            <a:ext cx="3063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2414016"/>
            <a:ext cx="868680" cy="722376"/>
          </a:xfrm>
          <a:prstGeom prst="roundRect">
            <a:avLst>
              <a:gd name="adj" fmla="val 759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241401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865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825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information in Tamil and Hindi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3419856"/>
            <a:ext cx="3063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3575304"/>
            <a:ext cx="868680" cy="722376"/>
          </a:xfrm>
          <a:prstGeom prst="roundRect">
            <a:avLst>
              <a:gd name="adj" fmla="val 7595"/>
            </a:avLst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575304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547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innovation, infrastructure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AI on one laptop, open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photo to schedule in six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5528" y="1371600"/>
            <a:ext cx="585216" cy="585216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1523756"/>
            <a:ext cx="280904" cy="280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discharge summary or prescription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67128" y="1371600"/>
            <a:ext cx="585216" cy="585216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84" y="1523756"/>
            <a:ext cx="280904" cy="280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019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Extract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9202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VLM reads each medicine row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38728" y="1371600"/>
            <a:ext cx="585216" cy="585216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84" y="1523756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735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Normalise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fix errors and set a review level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DF1EC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0328" y="1371600"/>
            <a:ext cx="585216" cy="585216"/>
          </a:xfrm>
          <a:prstGeom prst="ellipse">
            <a:avLst/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484" y="1523756"/>
            <a:ext cx="280904" cy="2809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451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Confirm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6634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resolves uncertain rows in a picker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9436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281928" y="1371600"/>
            <a:ext cx="585216" cy="585216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084" y="1523756"/>
            <a:ext cx="280904" cy="28090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0167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Explain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0350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in EN, TA or HI, verified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315200" y="123444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653528" y="1371600"/>
            <a:ext cx="585216" cy="585216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5684" y="1523756"/>
            <a:ext cx="280904" cy="28090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88352" y="20848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 + plan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406640" y="2468880"/>
            <a:ext cx="1078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look-up, daily schedule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EFEE"/>
          </a:solidFill>
          <a:ln w="12700">
            <a:solidFill>
              <a:srgbClr val="DDEF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medicine gets a review level:  must_confirm  |  note  |  none.  Rows at must_confirm are held back from interaction checks and schedules until the user confirms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4275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languages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Tamil and Hindi; machine-drafted text is labelled as a draft.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28016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01" y="142756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2984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review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medicine is must_confirm, note or none, with reasons.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28016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321" y="14275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2984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picker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misread name from a list of 66 drugs.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16492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035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explanations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checked; failures fall back to the original English.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301752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401" y="3164921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035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check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DDInter plus an author-checked supplement; "not checked" when unsure.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3017520"/>
            <a:ext cx="566928" cy="566928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321" y="3164921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35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doctor summary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dose plan and a one-page summary to show the doctor.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all on one laptop</a:t>
            </a:r>
            <a:endParaRPr lang="en-US" sz="3000" dirty="0"/>
          </a:p>
        </p:txBody>
      </p:sp>
      <p:pic>
        <p:nvPicPr>
          <p:cNvPr id="3" name="Image 0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33741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06440" y="105156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8932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50876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TypeScript, Tailwind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Fernet-encrypted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Qwen3-VL 8B (local GPU)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DDInter-derived interaction store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vitest, Playwright, axe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design: it never says “safe”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interaction_found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188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source and advice shown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10312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not_checked_no_record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57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in DDInter or supplement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97180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not_checked_unconfirmed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926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not yet confirmed by the user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84048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D9532E"/>
          </a:solidFill>
          <a:ln w="12700">
            <a:solidFill>
              <a:srgbClr val="D953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40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not_checked_database_missing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7947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source for a drug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2,145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among 66 formulary drugs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 have a record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1,131 have none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checked” means no information, not no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and hosting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30352" cy="530352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418052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backend and data stay on the laptop.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280160"/>
            <a:ext cx="530352" cy="530352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172" y="141805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98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Fernet-encrypted payloads in SQLite; no disk cache of content.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971800"/>
            <a:ext cx="530352" cy="530352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109692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9900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session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or e-mail; consent notice before upload.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0" y="2788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383280" y="2971800"/>
            <a:ext cx="530352" cy="530352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172" y="3109692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69080" y="29900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my data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3832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empties the session (about 0.4 s).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080760" y="10972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DDEFEE"/>
          </a:solidFill>
          <a:ln w="12700">
            <a:solidFill>
              <a:srgbClr val="DDEF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63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site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shows a pre-recorded sample only.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/ 78</a:t>
            </a:r>
            <a:endParaRPr lang="en-US" sz="3400" dirty="0"/>
          </a:p>
        </p:txBody>
      </p:sp>
      <p:sp>
        <p:nvSpPr>
          <p:cNvPr id="27" name="Text 21"/>
          <p:cNvSpPr txBox="1"/>
          <p:nvPr/>
        </p:nvSpPr>
        <p:spPr>
          <a:xfrm>
            <a:off x="62636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checks passed, with zero /api requests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itsthedemigod.github.io/carebridge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evaluated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split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tuning rules and prompts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813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× 5 image conditions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readings, 795 medicine mentions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set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4813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prescriptions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difficult categories ×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1E7F86"/>
          </a:solidFill>
          <a:ln w="12700">
            <a:solidFill>
              <a:srgbClr val="1E7F8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3686861"/>
            <a:ext cx="307238" cy="30723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63040" y="3246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before the test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358444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freeze-pre-test  •  manifest of 98 files + model digest + test-data hash  •  one official run only (2 h 25 min)  •  later re-runs labelled post-hoc  •  Wilson and document-level bootstrap intervals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rules turn 26% into 89% fully correct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8463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30175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064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26.2% → 88.8%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correct entries (95% interval after rules: 0.845 to 0.927)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258568"/>
            <a:ext cx="30175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80644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→ 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807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medicines, raw vs after rules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419856"/>
            <a:ext cx="30175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806440" y="3511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of 795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3968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errors remaining, 1 unflagged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strict on safety, cautious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389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generic names reached the interaction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5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medicines needed user confirmation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5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285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schedule-ready medicines had a wrong schedule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79–89%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pairs were “not checked” (no record)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“silent misses” were one misread row (“Performin” for Metformin), held at must_confirm. The 2 wrong schedules: an SOS inhaler read as OD, and a lost “PC”.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English works, Tamil is the weak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8463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55448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lines per language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Tamil: 194 lines failed verification and were shown in English with a notice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is weakest on warning lines (0.52)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writes and judges; no native-speaker review yet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test: all 4 criteria met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1F8F3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16152"/>
            <a:ext cx="493776" cy="493776"/>
          </a:xfrm>
          <a:prstGeom prst="ellipse">
            <a:avLst/>
          </a:prstGeom>
          <a:solidFill>
            <a:srgbClr val="3E7D4F"/>
          </a:solidFill>
          <a:ln w="12700">
            <a:solidFill>
              <a:srgbClr val="3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161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misses not covered by a flag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204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1F8F3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057400"/>
            <a:ext cx="493776" cy="493776"/>
          </a:xfrm>
          <a:prstGeom prst="ellipse">
            <a:avLst/>
          </a:prstGeom>
          <a:solidFill>
            <a:srgbClr val="3E7D4F"/>
          </a:solidFill>
          <a:ln w="12700">
            <a:solidFill>
              <a:srgbClr val="3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29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medicine given a daily schedule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0299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1F8F3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898648"/>
            <a:ext cx="493776" cy="493776"/>
          </a:xfrm>
          <a:prstGeom prst="ellipse">
            <a:avLst/>
          </a:prstGeom>
          <a:solidFill>
            <a:srgbClr val="3E7D4F"/>
          </a:solidFill>
          <a:ln w="12700">
            <a:solidFill>
              <a:srgbClr val="3E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898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712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generic (interaction-ready)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28712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113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1F8F3"/>
          </a:solidFill>
          <a:ln w="9525">
            <a:solidFill>
              <a:srgbClr val="DC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739896"/>
            <a:ext cx="493776" cy="493776"/>
          </a:xfrm>
          <a:prstGeom prst="ellipse">
            <a:avLst/>
          </a:prstGeom>
          <a:solidFill>
            <a:srgbClr val="3E7D4F"/>
          </a:solidFill>
          <a:ln w="12700">
            <a:solidFill>
              <a:srgbClr val="3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398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12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correct after the picker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7124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 of 204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897880" y="109728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8076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caution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of 102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2240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pairs were shown immediately. The other 64 were held behind confirmation flags and none was lost silently.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of 104 medicines detected, 0 hallucinated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multilingual medicine companion can be built around uncertainty: rules plus confirmation raised fully correct entries from 26% to 89% and kept wrong drug identities out of the safety check.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7404B"/>
          </a:solidFill>
          <a:ln w="12700">
            <a:solidFill>
              <a:srgbClr val="1740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5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one generator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Tamil/Hindi and supplement unreviewed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wrong schedules; half need confirmation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7404B"/>
          </a:solidFill>
          <a:ln w="12700">
            <a:solidFill>
              <a:srgbClr val="1740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4231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Real-photo test and usability sessions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and native-speaker review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 against misreadings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schedules on timing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Code (MIT): github.com/ItsTheDemiGod/carebridge  |  Sample: itsthedemigod.github.io/carebridge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only: not a medical device, never use it to make treatment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Bridge">
  <a:themeElements>
    <a:clrScheme name="CareBridge">
      <a:dk1>
        <a:srgbClr val="0F2A33"/>
      </a:dk1>
      <a:lt1>
        <a:srgbClr val="FFFFFF"/>
      </a:lt1>
      <a:dk2>
        <a:srgbClr val="1E7F86"/>
      </a:dk2>
      <a:lt2>
        <a:srgbClr val="F4F8F8"/>
      </a:lt2>
      <a:accent1>
        <a:srgbClr val="1E7F86"/>
      </a:accent1>
      <a:accent2>
        <a:srgbClr val="D9532E"/>
      </a:accent2>
      <a:accent3>
        <a:srgbClr val="E0A030"/>
      </a:accent3>
      <a:accent4>
        <a:srgbClr val="3E7D4F"/>
      </a:accent4>
      <a:accent5>
        <a:srgbClr val="5B6B72"/>
      </a:accent5>
      <a:accent6>
        <a:srgbClr val="1F3A5F"/>
      </a:accent6>
      <a:hlink>
        <a:srgbClr val="1E7F86"/>
      </a:hlink>
      <a:folHlink>
        <a:srgbClr val="5B6B72"/>
      </a:folHlink>
    </a:clrScheme>
    <a:fontScheme name="Care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CareBridge: A multilingual post-discharge medicine companion</dc:title>
  <dc:subject>PptxGenJS Presentation</dc:subject>
  <dc:creator>Demian</dc:creator>
  <cp:lastModifiedBy>Demian</cp:lastModifiedBy>
  <cp:revision>1</cp:revision>
  <dcterms:created xsi:type="dcterms:W3CDTF">2026-10-29T04:22:00Z</dcterms:created>
  <dcterms:modified xsi:type="dcterms:W3CDTF">2026-10-29T04:22:00Z</dcterms:modified>
</cp:coreProperties>
</file>